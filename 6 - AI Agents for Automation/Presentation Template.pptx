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1" r:id="rId5"/>
    <p:sldMasterId id="214748368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y="5143500" cx="9144000"/>
  <p:notesSz cx="6858000" cy="9144000"/>
  <p:embeddedFontLst>
    <p:embeddedFont>
      <p:font typeface="Nunito SemiBold"/>
      <p:regular r:id="rId20"/>
      <p:bold r:id="rId21"/>
      <p:italic r:id="rId22"/>
      <p:boldItalic r:id="rId23"/>
    </p:embeddedFont>
    <p:embeddedFont>
      <p:font typeface="Nunito"/>
      <p:regular r:id="rId24"/>
      <p:bold r:id="rId25"/>
      <p:italic r:id="rId26"/>
      <p:boldItalic r:id="rId27"/>
    </p:embeddedFont>
    <p:embeddedFont>
      <p:font typeface="Montserrat"/>
      <p:regular r:id="rId28"/>
      <p:bold r:id="rId29"/>
      <p:italic r:id="rId30"/>
      <p:boldItalic r:id="rId31"/>
    </p:embeddedFont>
    <p:embeddedFont>
      <p:font typeface="Nunito ExtraBold"/>
      <p:bold r:id="rId32"/>
      <p:boldItalic r:id="rId33"/>
    </p:embeddedFont>
    <p:embeddedFont>
      <p:font typeface="Century Gothic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0E045B5-FDBC-4571-976B-F3AD27CFFA3D}">
  <a:tblStyle styleId="{90E045B5-FDBC-4571-976B-F3AD27CFFA3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rgbClr val="5B9BD5">
              <a:alpha val="20000"/>
            </a:srgbClr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5B9BD5">
              <a:alpha val="20000"/>
            </a:srgb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SemiBold-regular.fntdata"/><Relationship Id="rId22" Type="http://schemas.openxmlformats.org/officeDocument/2006/relationships/font" Target="fonts/NunitoSemiBold-italic.fntdata"/><Relationship Id="rId21" Type="http://schemas.openxmlformats.org/officeDocument/2006/relationships/font" Target="fonts/NunitoSemiBold-bold.fntdata"/><Relationship Id="rId24" Type="http://schemas.openxmlformats.org/officeDocument/2006/relationships/font" Target="fonts/Nunito-regular.fntdata"/><Relationship Id="rId23" Type="http://schemas.openxmlformats.org/officeDocument/2006/relationships/font" Target="fonts/NunitoSemiBold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Nunito-italic.fntdata"/><Relationship Id="rId25" Type="http://schemas.openxmlformats.org/officeDocument/2006/relationships/font" Target="fonts/Nunito-bold.fntdata"/><Relationship Id="rId28" Type="http://schemas.openxmlformats.org/officeDocument/2006/relationships/font" Target="fonts/Montserrat-regular.fntdata"/><Relationship Id="rId27" Type="http://schemas.openxmlformats.org/officeDocument/2006/relationships/font" Target="fonts/Nunito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Montserrat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Montserrat-boldItalic.fntdata"/><Relationship Id="rId30" Type="http://schemas.openxmlformats.org/officeDocument/2006/relationships/font" Target="fonts/Montserrat-italic.fntdata"/><Relationship Id="rId11" Type="http://schemas.openxmlformats.org/officeDocument/2006/relationships/slide" Target="slides/slide4.xml"/><Relationship Id="rId33" Type="http://schemas.openxmlformats.org/officeDocument/2006/relationships/font" Target="fonts/NunitoExtraBold-boldItalic.fntdata"/><Relationship Id="rId10" Type="http://schemas.openxmlformats.org/officeDocument/2006/relationships/slide" Target="slides/slide3.xml"/><Relationship Id="rId32" Type="http://schemas.openxmlformats.org/officeDocument/2006/relationships/font" Target="fonts/NunitoExtraBold-bold.fntdata"/><Relationship Id="rId13" Type="http://schemas.openxmlformats.org/officeDocument/2006/relationships/slide" Target="slides/slide6.xml"/><Relationship Id="rId35" Type="http://schemas.openxmlformats.org/officeDocument/2006/relationships/font" Target="fonts/CenturyGothic-bold.fntdata"/><Relationship Id="rId12" Type="http://schemas.openxmlformats.org/officeDocument/2006/relationships/slide" Target="slides/slide5.xml"/><Relationship Id="rId34" Type="http://schemas.openxmlformats.org/officeDocument/2006/relationships/font" Target="fonts/CenturyGothic-regular.fntdata"/><Relationship Id="rId15" Type="http://schemas.openxmlformats.org/officeDocument/2006/relationships/slide" Target="slides/slide8.xml"/><Relationship Id="rId37" Type="http://schemas.openxmlformats.org/officeDocument/2006/relationships/font" Target="fonts/CenturyGothic-boldItalic.fntdata"/><Relationship Id="rId14" Type="http://schemas.openxmlformats.org/officeDocument/2006/relationships/slide" Target="slides/slide7.xml"/><Relationship Id="rId36" Type="http://schemas.openxmlformats.org/officeDocument/2006/relationships/font" Target="fonts/CenturyGothic-italic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c275fce4fb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g3c275fce4fb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9" name="Google Shape;27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3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 Proprietary content. ©Great Learning. All Rights Reserved. Unauthorized use or distribution prohibited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ctrTitle"/>
          </p:nvPr>
        </p:nvSpPr>
        <p:spPr>
          <a:xfrm>
            <a:off x="2210208" y="744575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2210202" y="2834125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>
  <p:cSld name="CUSTOM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aphicFrame>
        <p:nvGraphicFramePr>
          <p:cNvPr id="26" name="Google Shape;26;p5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{90E045B5-FDBC-4571-976B-F3AD27CFFA3D}</a:tableStyleId>
              </a:tblPr>
              <a:tblGrid>
                <a:gridCol w="883125"/>
                <a:gridCol w="3886050"/>
                <a:gridCol w="3886050"/>
              </a:tblGrid>
              <a:tr h="67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75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aseline="30000"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49" name="Google Shape;49;p11"/>
          <p:cNvPicPr preferRelativeResize="0"/>
          <p:nvPr/>
        </p:nvPicPr>
        <p:blipFill rotWithShape="1">
          <a:blip r:embed="rId2">
            <a:alphaModFix/>
          </a:blip>
          <a:srcRect b="19149" l="42816" r="37294" t="18358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1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p11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en" sz="3300" u="none" cap="none" strike="noStrik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Happy Learning !</a:t>
            </a:r>
            <a:endParaRPr b="0" i="0" sz="3300" u="none" cap="none" strike="noStrik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52" name="Google Shape;5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874" y="683275"/>
            <a:ext cx="3757725" cy="82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type="title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9pPr>
          </a:lstStyle>
          <a:p/>
        </p:txBody>
      </p:sp>
      <p:sp>
        <p:nvSpPr>
          <p:cNvPr id="55" name="Google Shape;55;p12"/>
          <p:cNvSpPr txBox="1"/>
          <p:nvPr>
            <p:ph idx="1" type="body"/>
          </p:nvPr>
        </p:nvSpPr>
        <p:spPr>
          <a:xfrm>
            <a:off x="457200" y="1021842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10" type="dt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p12"/>
          <p:cNvSpPr txBox="1"/>
          <p:nvPr>
            <p:ph idx="11" type="ftr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/>
          <p:nvPr>
            <p:ph idx="10" type="dt"/>
          </p:nvPr>
        </p:nvSpPr>
        <p:spPr>
          <a:xfrm>
            <a:off x="457200" y="4857749"/>
            <a:ext cx="2133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13"/>
          <p:cNvSpPr txBox="1"/>
          <p:nvPr>
            <p:ph idx="11" type="ftr"/>
          </p:nvPr>
        </p:nvSpPr>
        <p:spPr>
          <a:xfrm>
            <a:off x="2640596" y="4857749"/>
            <a:ext cx="5507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p13"/>
          <p:cNvSpPr txBox="1"/>
          <p:nvPr>
            <p:ph idx="12" type="sldNum"/>
          </p:nvPr>
        </p:nvSpPr>
        <p:spPr>
          <a:xfrm>
            <a:off x="8204396" y="4857749"/>
            <a:ext cx="73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med">
    <p:fade thruBlk="1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Title and Conten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569519" y="142741"/>
            <a:ext cx="8004900" cy="9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1412081" y="930269"/>
            <a:ext cx="6319800" cy="23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1" type="ftr"/>
          </p:nvPr>
        </p:nvSpPr>
        <p:spPr>
          <a:xfrm>
            <a:off x="1574006" y="4988871"/>
            <a:ext cx="55650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p14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14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 Only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932967" y="348900"/>
            <a:ext cx="12780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1" type="ftr"/>
          </p:nvPr>
        </p:nvSpPr>
        <p:spPr>
          <a:xfrm>
            <a:off x="1712499" y="5010073"/>
            <a:ext cx="55644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2" name="Google Shape;72;p15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 Only_2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932967" y="348900"/>
            <a:ext cx="12780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1" type="ftr"/>
          </p:nvPr>
        </p:nvSpPr>
        <p:spPr>
          <a:xfrm>
            <a:off x="1712499" y="5010073"/>
            <a:ext cx="55644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" name="Google Shape;77;p16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8" name="Google Shape;78;p16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 Only_3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90424" y="497078"/>
            <a:ext cx="83631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1" type="ftr"/>
          </p:nvPr>
        </p:nvSpPr>
        <p:spPr>
          <a:xfrm>
            <a:off x="2879178" y="4948409"/>
            <a:ext cx="3503400" cy="1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" u="none" cap="none" strike="noStrike">
                <a:solidFill>
                  <a:srgbClr val="7D7D7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p17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" name="Google Shape;83;p17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OBJECT_1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ctrTitle"/>
          </p:nvPr>
        </p:nvSpPr>
        <p:spPr>
          <a:xfrm>
            <a:off x="2938259" y="1851799"/>
            <a:ext cx="3267600" cy="8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5200">
                <a:solidFill>
                  <a:srgbClr val="365F9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1" type="subTitle"/>
          </p:nvPr>
        </p:nvSpPr>
        <p:spPr>
          <a:xfrm>
            <a:off x="1371600" y="2880360"/>
            <a:ext cx="64008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None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11" type="ftr"/>
          </p:nvPr>
        </p:nvSpPr>
        <p:spPr>
          <a:xfrm>
            <a:off x="2879178" y="4948409"/>
            <a:ext cx="3503400" cy="1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" u="none" cap="none" strike="noStrike">
                <a:solidFill>
                  <a:srgbClr val="7D7D7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Google Shape;88;p18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OBJECT_2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368992" y="2453440"/>
            <a:ext cx="24060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1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3" name="Google Shape;93;p19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50889" y="4980883"/>
            <a:ext cx="216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20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50889" y="4980883"/>
            <a:ext cx="216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368992" y="2453440"/>
            <a:ext cx="24060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1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45720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indent="-228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None/>
              <a:defRPr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470916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indent="-228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None/>
              <a:defRPr/>
            </a:lvl9pPr>
          </a:lstStyle>
          <a:p/>
        </p:txBody>
      </p:sp>
      <p:sp>
        <p:nvSpPr>
          <p:cNvPr id="103" name="Google Shape;103;p21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4" name="Google Shape;104;p21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50889" y="4980883"/>
            <a:ext cx="216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 1">
  <p:cSld name="OBJECT_1_1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2936867" y="2199322"/>
            <a:ext cx="3275400" cy="6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1" i="0" sz="43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08" name="Google Shape;108;p22"/>
          <p:cNvSpPr txBox="1"/>
          <p:nvPr>
            <p:ph idx="11" type="ftr"/>
          </p:nvPr>
        </p:nvSpPr>
        <p:spPr>
          <a:xfrm>
            <a:off x="708292" y="4920311"/>
            <a:ext cx="64473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9" name="Google Shape;109;p22"/>
          <p:cNvSpPr txBox="1"/>
          <p:nvPr>
            <p:ph idx="10" type="dt"/>
          </p:nvPr>
        </p:nvSpPr>
        <p:spPr>
          <a:xfrm>
            <a:off x="457452" y="4783454"/>
            <a:ext cx="2104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0" name="Google Shape;110;p22"/>
          <p:cNvSpPr txBox="1"/>
          <p:nvPr>
            <p:ph idx="12" type="sldNum"/>
          </p:nvPr>
        </p:nvSpPr>
        <p:spPr>
          <a:xfrm>
            <a:off x="7529030" y="4838548"/>
            <a:ext cx="188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 sz="8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 ">
  <p:cSld name="TITLE_AND_BODY_1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 1">
  <p:cSld name="Blank 2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6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125" name="Google Shape;125;p26"/>
          <p:cNvPicPr preferRelativeResize="0"/>
          <p:nvPr/>
        </p:nvPicPr>
        <p:blipFill rotWithShape="1">
          <a:blip r:embed="rId2">
            <a:alphaModFix/>
          </a:blip>
          <a:srcRect b="19147" l="42816" r="37294" t="18360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6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7" name="Google Shape;127;p26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en" sz="3300" u="none" cap="none" strike="noStrik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Power Ahead!</a:t>
            </a:r>
            <a:endParaRPr b="0" i="0" sz="3300" u="none" cap="none" strike="noStrik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128" name="Google Shape;12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875" y="769949"/>
            <a:ext cx="3071452" cy="126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7"/>
          <p:cNvSpPr txBox="1"/>
          <p:nvPr>
            <p:ph type="ctrTitle"/>
          </p:nvPr>
        </p:nvSpPr>
        <p:spPr>
          <a:xfrm>
            <a:off x="1260908" y="717750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31" name="Google Shape;131;p27"/>
          <p:cNvSpPr txBox="1"/>
          <p:nvPr>
            <p:ph idx="1" type="subTitle"/>
          </p:nvPr>
        </p:nvSpPr>
        <p:spPr>
          <a:xfrm>
            <a:off x="1260902" y="2770350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/>
        </p:txBody>
      </p:sp>
      <p:sp>
        <p:nvSpPr>
          <p:cNvPr id="134" name="Google Shape;134;p28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9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37" name="Google Shape;137;p29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38" name="Google Shape;138;p29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>
  <p:cSld name="CUSTOM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0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aphicFrame>
        <p:nvGraphicFramePr>
          <p:cNvPr id="141" name="Google Shape;141;p30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{90E045B5-FDBC-4571-976B-F3AD27CFFA3D}</a:tableStyleId>
              </a:tblPr>
              <a:tblGrid>
                <a:gridCol w="883125"/>
                <a:gridCol w="3886050"/>
                <a:gridCol w="3886050"/>
              </a:tblGrid>
              <a:tr h="67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75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aseline="30000"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142" name="Google Shape;142;p30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1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45" name="Google Shape;145;p3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6" name="Google Shape;146;p3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7" name="Google Shape;147;p31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2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50" name="Google Shape;150;p32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3" name="Google Shape;153;p33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3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7" name="Google Shape;157;p3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58" name="Google Shape;158;p3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/>
        </p:txBody>
      </p:sp>
      <p:sp>
        <p:nvSpPr>
          <p:cNvPr id="159" name="Google Shape;159;p34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5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25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b="1" i="0" sz="22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b="0" i="0" sz="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b="0" i="0" sz="7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b="0" i="0" sz="6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0" rtl="0" algn="ctr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b="1" i="0" sz="700" u="none" cap="none" strike="noStrik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" name="Google Shape;10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69500" y="68264"/>
            <a:ext cx="1395476" cy="572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11;p1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12" name="Google Shape;12;p1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5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b="1" i="0" sz="22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116" name="Google Shape;116;p25"/>
          <p:cNvSpPr txBox="1"/>
          <p:nvPr>
            <p:ph idx="1" type="body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b="0" i="0" sz="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b="0" i="0" sz="7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b="0" i="0" sz="6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17" name="Google Shape;117;p25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0" rtl="0" algn="ctr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b="1" i="0" sz="700" u="none" cap="none" strike="noStrik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8" name="Google Shape;118;p25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9" name="Google Shape;119;p2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69500" y="68264"/>
            <a:ext cx="1395475" cy="572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" name="Google Shape;120;p25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121" name="Google Shape;121;p25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5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6"/>
          <p:cNvSpPr txBox="1"/>
          <p:nvPr/>
        </p:nvSpPr>
        <p:spPr>
          <a:xfrm>
            <a:off x="1632725" y="1227550"/>
            <a:ext cx="54111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1" i="0" lang="en" sz="4100" u="none" cap="none" strike="noStrike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rPr>
              <a:t>Presentation Title</a:t>
            </a:r>
            <a:endParaRPr b="1" i="0" sz="4100" u="none" cap="none" strike="noStrike">
              <a:solidFill>
                <a:srgbClr val="0E39A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7" name="Google Shape;167;p36"/>
          <p:cNvSpPr txBox="1"/>
          <p:nvPr/>
        </p:nvSpPr>
        <p:spPr>
          <a:xfrm>
            <a:off x="1632725" y="1940550"/>
            <a:ext cx="51993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" sz="2900" u="none" cap="none" strike="noStrike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rPr>
              <a:t>Project and Course Name</a:t>
            </a:r>
            <a:endParaRPr b="0" i="0" sz="2900" u="none" cap="none" strike="noStrike">
              <a:solidFill>
                <a:srgbClr val="0E39A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8" name="Google Shape;168;p36"/>
          <p:cNvSpPr txBox="1"/>
          <p:nvPr/>
        </p:nvSpPr>
        <p:spPr>
          <a:xfrm>
            <a:off x="1632725" y="2586175"/>
            <a:ext cx="1170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rPr>
              <a:t>Date</a:t>
            </a:r>
            <a:endParaRPr b="0" i="0" sz="2200" u="none" cap="none" strike="noStrike">
              <a:solidFill>
                <a:srgbClr val="0E39A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7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Contents / Agenda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174" name="Google Shape;174;p37"/>
          <p:cNvSpPr/>
          <p:nvPr/>
        </p:nvSpPr>
        <p:spPr>
          <a:xfrm>
            <a:off x="356221" y="11373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5" name="Google Shape;175;p37"/>
          <p:cNvSpPr txBox="1"/>
          <p:nvPr/>
        </p:nvSpPr>
        <p:spPr>
          <a:xfrm>
            <a:off x="644599" y="1013375"/>
            <a:ext cx="563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Executive Summary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6" name="Google Shape;176;p37"/>
          <p:cNvSpPr/>
          <p:nvPr/>
        </p:nvSpPr>
        <p:spPr>
          <a:xfrm>
            <a:off x="356221" y="1608689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7" name="Google Shape;177;p37"/>
          <p:cNvSpPr txBox="1"/>
          <p:nvPr/>
        </p:nvSpPr>
        <p:spPr>
          <a:xfrm>
            <a:off x="644599" y="1487755"/>
            <a:ext cx="563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Business Problem Overview and Solution Approach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8" name="Google Shape;178;p37"/>
          <p:cNvSpPr/>
          <p:nvPr/>
        </p:nvSpPr>
        <p:spPr>
          <a:xfrm>
            <a:off x="356221" y="207999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9" name="Google Shape;179;p37"/>
          <p:cNvSpPr txBox="1"/>
          <p:nvPr/>
        </p:nvSpPr>
        <p:spPr>
          <a:xfrm>
            <a:off x="644599" y="1962135"/>
            <a:ext cx="563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Data Loading and Model Initialization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0" name="Google Shape;180;p37"/>
          <p:cNvSpPr/>
          <p:nvPr/>
        </p:nvSpPr>
        <p:spPr>
          <a:xfrm>
            <a:off x="356221" y="2551299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1" name="Google Shape;181;p37"/>
          <p:cNvSpPr txBox="1"/>
          <p:nvPr/>
        </p:nvSpPr>
        <p:spPr>
          <a:xfrm>
            <a:off x="644599" y="2436515"/>
            <a:ext cx="563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Defining Tools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2" name="Google Shape;182;p37"/>
          <p:cNvSpPr/>
          <p:nvPr/>
        </p:nvSpPr>
        <p:spPr>
          <a:xfrm>
            <a:off x="356227" y="302260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3" name="Google Shape;183;p37"/>
          <p:cNvSpPr txBox="1"/>
          <p:nvPr/>
        </p:nvSpPr>
        <p:spPr>
          <a:xfrm>
            <a:off x="644605" y="2910895"/>
            <a:ext cx="563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Defining the Multi-Agent System Architecture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4" name="Google Shape;184;p37"/>
          <p:cNvSpPr/>
          <p:nvPr/>
        </p:nvSpPr>
        <p:spPr>
          <a:xfrm>
            <a:off x="356227" y="3493909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5" name="Google Shape;185;p37"/>
          <p:cNvSpPr txBox="1"/>
          <p:nvPr/>
        </p:nvSpPr>
        <p:spPr>
          <a:xfrm>
            <a:off x="644605" y="3385275"/>
            <a:ext cx="563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Test Cases Execution, Evaluation, and Observability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8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Executive Summary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191" name="Google Shape;191;p38"/>
          <p:cNvSpPr/>
          <p:nvPr/>
        </p:nvSpPr>
        <p:spPr>
          <a:xfrm>
            <a:off x="403421" y="14519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2" name="Google Shape;192;p38"/>
          <p:cNvSpPr txBox="1"/>
          <p:nvPr/>
        </p:nvSpPr>
        <p:spPr>
          <a:xfrm>
            <a:off x="691800" y="1327975"/>
            <a:ext cx="673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Please mention the </a:t>
            </a: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conclusions and business</a:t>
            </a: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recommendations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9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Business Problem Overview and Solution Approach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198" name="Google Shape;198;p39"/>
          <p:cNvSpPr/>
          <p:nvPr/>
        </p:nvSpPr>
        <p:spPr>
          <a:xfrm>
            <a:off x="403421" y="14519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9" name="Google Shape;199;p39"/>
          <p:cNvSpPr txBox="1"/>
          <p:nvPr/>
        </p:nvSpPr>
        <p:spPr>
          <a:xfrm>
            <a:off x="691800" y="1327975"/>
            <a:ext cx="673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Please define the problem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0" name="Google Shape;200;p39"/>
          <p:cNvSpPr/>
          <p:nvPr/>
        </p:nvSpPr>
        <p:spPr>
          <a:xfrm>
            <a:off x="403421" y="18329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1" name="Google Shape;201;p39"/>
          <p:cNvSpPr txBox="1"/>
          <p:nvPr/>
        </p:nvSpPr>
        <p:spPr>
          <a:xfrm>
            <a:off x="691800" y="1708975"/>
            <a:ext cx="673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Please mention the solution approach/methodology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0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Data Loading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207" name="Google Shape;207;p40"/>
          <p:cNvSpPr/>
          <p:nvPr/>
        </p:nvSpPr>
        <p:spPr>
          <a:xfrm>
            <a:off x="403421" y="17948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8" name="Google Shape;208;p40"/>
          <p:cNvSpPr txBox="1"/>
          <p:nvPr/>
        </p:nvSpPr>
        <p:spPr>
          <a:xfrm>
            <a:off x="691800" y="1686250"/>
            <a:ext cx="810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Describe the attributes of the data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9" name="Google Shape;209;p40"/>
          <p:cNvSpPr/>
          <p:nvPr/>
        </p:nvSpPr>
        <p:spPr>
          <a:xfrm>
            <a:off x="403421" y="14138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0" name="Google Shape;210;p40"/>
          <p:cNvSpPr txBox="1"/>
          <p:nvPr/>
        </p:nvSpPr>
        <p:spPr>
          <a:xfrm>
            <a:off x="691800" y="1305250"/>
            <a:ext cx="810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List the data used in the solution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1" name="Google Shape;211;p40"/>
          <p:cNvSpPr txBox="1"/>
          <p:nvPr/>
        </p:nvSpPr>
        <p:spPr>
          <a:xfrm>
            <a:off x="325250" y="4389875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b="0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b="0" i="1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1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Model Initialization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217" name="Google Shape;217;p41"/>
          <p:cNvSpPr/>
          <p:nvPr/>
        </p:nvSpPr>
        <p:spPr>
          <a:xfrm>
            <a:off x="403421" y="14138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8" name="Google Shape;218;p41"/>
          <p:cNvSpPr txBox="1"/>
          <p:nvPr/>
        </p:nvSpPr>
        <p:spPr>
          <a:xfrm>
            <a:off x="691800" y="1305250"/>
            <a:ext cx="810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List the model(s) and parameter(s) used in the solution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9" name="Google Shape;219;p41"/>
          <p:cNvSpPr txBox="1"/>
          <p:nvPr/>
        </p:nvSpPr>
        <p:spPr>
          <a:xfrm>
            <a:off x="325250" y="4389875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b="0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b="0" i="1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2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Defining Tools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225" name="Google Shape;225;p42"/>
          <p:cNvSpPr/>
          <p:nvPr/>
        </p:nvSpPr>
        <p:spPr>
          <a:xfrm>
            <a:off x="403421" y="14900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6" name="Google Shape;226;p42"/>
          <p:cNvSpPr txBox="1"/>
          <p:nvPr/>
        </p:nvSpPr>
        <p:spPr>
          <a:xfrm>
            <a:off x="691800" y="1381450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List the tools used by the Multi-Agent System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7" name="Google Shape;227;p42"/>
          <p:cNvSpPr/>
          <p:nvPr/>
        </p:nvSpPr>
        <p:spPr>
          <a:xfrm>
            <a:off x="403421" y="19472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8" name="Google Shape;228;p42"/>
          <p:cNvSpPr txBox="1"/>
          <p:nvPr/>
        </p:nvSpPr>
        <p:spPr>
          <a:xfrm>
            <a:off x="691800" y="1838650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Describe the functionality of the tools used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9" name="Google Shape;229;p42"/>
          <p:cNvSpPr txBox="1"/>
          <p:nvPr/>
        </p:nvSpPr>
        <p:spPr>
          <a:xfrm>
            <a:off x="325250" y="4389875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b="0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b="0" i="1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3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Defining the Multi-Agent System Architecture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235" name="Google Shape;235;p43"/>
          <p:cNvSpPr/>
          <p:nvPr/>
        </p:nvSpPr>
        <p:spPr>
          <a:xfrm>
            <a:off x="479621" y="17948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6" name="Google Shape;236;p43"/>
          <p:cNvSpPr txBox="1"/>
          <p:nvPr/>
        </p:nvSpPr>
        <p:spPr>
          <a:xfrm>
            <a:off x="768000" y="1686250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Describe the Multi-Agents 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7" name="Google Shape;237;p43"/>
          <p:cNvSpPr/>
          <p:nvPr/>
        </p:nvSpPr>
        <p:spPr>
          <a:xfrm>
            <a:off x="479621" y="14138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8" name="Google Shape;238;p43"/>
          <p:cNvSpPr txBox="1"/>
          <p:nvPr/>
        </p:nvSpPr>
        <p:spPr>
          <a:xfrm>
            <a:off x="768000" y="1305250"/>
            <a:ext cx="733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Visualize and summarize the overall architecture of the Multi-Agent System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9" name="Google Shape;239;p43"/>
          <p:cNvSpPr/>
          <p:nvPr/>
        </p:nvSpPr>
        <p:spPr>
          <a:xfrm>
            <a:off x="477646" y="21950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0" name="Google Shape;240;p43"/>
          <p:cNvSpPr txBox="1"/>
          <p:nvPr/>
        </p:nvSpPr>
        <p:spPr>
          <a:xfrm>
            <a:off x="766025" y="2086450"/>
            <a:ext cx="744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Describe the sub-agents of the Multi-Agent System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1" name="Google Shape;241;p43"/>
          <p:cNvSpPr/>
          <p:nvPr/>
        </p:nvSpPr>
        <p:spPr>
          <a:xfrm>
            <a:off x="477646" y="25760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2" name="Google Shape;242;p43"/>
          <p:cNvSpPr txBox="1"/>
          <p:nvPr/>
        </p:nvSpPr>
        <p:spPr>
          <a:xfrm>
            <a:off x="766025" y="2467450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Mention the prompt(s) used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3" name="Google Shape;243;p43"/>
          <p:cNvSpPr txBox="1"/>
          <p:nvPr/>
        </p:nvSpPr>
        <p:spPr>
          <a:xfrm>
            <a:off x="325250" y="4389875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b="0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b="0" i="1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4" name="Google Shape;244;p43"/>
          <p:cNvSpPr/>
          <p:nvPr/>
        </p:nvSpPr>
        <p:spPr>
          <a:xfrm>
            <a:off x="479621" y="2956197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5" name="Google Shape;245;p43"/>
          <p:cNvSpPr txBox="1"/>
          <p:nvPr/>
        </p:nvSpPr>
        <p:spPr>
          <a:xfrm>
            <a:off x="768000" y="2847563"/>
            <a:ext cx="744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Define the Escalation logic used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6" name="Google Shape;246;p43"/>
          <p:cNvSpPr/>
          <p:nvPr/>
        </p:nvSpPr>
        <p:spPr>
          <a:xfrm>
            <a:off x="479621" y="3337196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7" name="Google Shape;247;p43"/>
          <p:cNvSpPr txBox="1"/>
          <p:nvPr/>
        </p:nvSpPr>
        <p:spPr>
          <a:xfrm>
            <a:off x="768000" y="3228563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Describe how data and agent security were addressed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4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Test Cases Execution, Evaluation, and Observability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253" name="Google Shape;253;p44"/>
          <p:cNvSpPr txBox="1"/>
          <p:nvPr/>
        </p:nvSpPr>
        <p:spPr>
          <a:xfrm>
            <a:off x="325250" y="4389875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b="0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b="0" i="1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4" name="Google Shape;254;p44"/>
          <p:cNvSpPr/>
          <p:nvPr/>
        </p:nvSpPr>
        <p:spPr>
          <a:xfrm>
            <a:off x="403421" y="23282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5" name="Google Shape;255;p44"/>
          <p:cNvSpPr txBox="1"/>
          <p:nvPr/>
        </p:nvSpPr>
        <p:spPr>
          <a:xfrm>
            <a:off x="691800" y="2219650"/>
            <a:ext cx="675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Share the traces &amp; document citations for all test cases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6" name="Google Shape;256;p44"/>
          <p:cNvSpPr/>
          <p:nvPr/>
        </p:nvSpPr>
        <p:spPr>
          <a:xfrm>
            <a:off x="403421" y="14138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7" name="Google Shape;257;p44"/>
          <p:cNvSpPr txBox="1"/>
          <p:nvPr/>
        </p:nvSpPr>
        <p:spPr>
          <a:xfrm>
            <a:off x="691800" y="1305250"/>
            <a:ext cx="675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List all test cases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8" name="Google Shape;258;p44"/>
          <p:cNvSpPr/>
          <p:nvPr/>
        </p:nvSpPr>
        <p:spPr>
          <a:xfrm>
            <a:off x="403421" y="18710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9" name="Google Shape;259;p44"/>
          <p:cNvSpPr txBox="1"/>
          <p:nvPr/>
        </p:nvSpPr>
        <p:spPr>
          <a:xfrm>
            <a:off x="691800" y="1762450"/>
            <a:ext cx="675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Share the evaluation metrics for all test cases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0" name="Google Shape;260;p44"/>
          <p:cNvSpPr/>
          <p:nvPr/>
        </p:nvSpPr>
        <p:spPr>
          <a:xfrm>
            <a:off x="403421" y="27284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1" name="Google Shape;261;p44"/>
          <p:cNvSpPr txBox="1"/>
          <p:nvPr/>
        </p:nvSpPr>
        <p:spPr>
          <a:xfrm>
            <a:off x="691800" y="2619850"/>
            <a:ext cx="738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Comment on the accuracy and relevance of the Multi-Agent System outputs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2" name="Google Shape;262;p44"/>
          <p:cNvSpPr/>
          <p:nvPr/>
        </p:nvSpPr>
        <p:spPr>
          <a:xfrm>
            <a:off x="403421" y="3135609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3" name="Google Shape;263;p44"/>
          <p:cNvSpPr txBox="1"/>
          <p:nvPr/>
        </p:nvSpPr>
        <p:spPr>
          <a:xfrm>
            <a:off x="691800" y="3026975"/>
            <a:ext cx="738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Display and comment on the aggregate metrics combining all test cases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5"/>
          <p:cNvSpPr/>
          <p:nvPr/>
        </p:nvSpPr>
        <p:spPr>
          <a:xfrm>
            <a:off x="0" y="3442950"/>
            <a:ext cx="9162600" cy="780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45"/>
          <p:cNvSpPr txBox="1"/>
          <p:nvPr/>
        </p:nvSpPr>
        <p:spPr>
          <a:xfrm>
            <a:off x="32525" y="3526575"/>
            <a:ext cx="4418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APPENDIX</a:t>
            </a:r>
            <a:endParaRPr b="1" i="0" sz="2800" u="none" cap="none" strike="noStrike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6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chemeClr val="lt2"/>
                </a:solidFill>
              </a:rPr>
              <a:t>Slide header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75" name="Google Shape;275;p46"/>
          <p:cNvSpPr/>
          <p:nvPr/>
        </p:nvSpPr>
        <p:spPr>
          <a:xfrm>
            <a:off x="403421" y="13376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76" name="Google Shape;276;p46"/>
          <p:cNvSpPr txBox="1"/>
          <p:nvPr/>
        </p:nvSpPr>
        <p:spPr>
          <a:xfrm>
            <a:off x="691800" y="1229050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Please add any other pointers (if needed)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7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284" name="Google Shape;284;p47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Just Logo">
  <a:themeElements>
    <a:clrScheme name="Simple Light">
      <a:dk1>
        <a:srgbClr val="222222"/>
      </a:dk1>
      <a:lt1>
        <a:srgbClr val="FFFFFF"/>
      </a:lt1>
      <a:dk2>
        <a:srgbClr val="222222"/>
      </a:dk2>
      <a:lt2>
        <a:srgbClr val="0E39A9"/>
      </a:lt2>
      <a:accent1>
        <a:srgbClr val="FFAB40"/>
      </a:accent1>
      <a:accent2>
        <a:srgbClr val="6F4294"/>
      </a:accent2>
      <a:accent3>
        <a:srgbClr val="FFA000"/>
      </a:accent3>
      <a:accent4>
        <a:srgbClr val="FFAB40"/>
      </a:accent4>
      <a:accent5>
        <a:srgbClr val="FFDF00"/>
      </a:accent5>
      <a:accent6>
        <a:srgbClr val="1974D5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Just Lo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